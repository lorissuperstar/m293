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28C369-44D6-4BE6-9A3A-4A8608DBA0E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1F79C86-314B-4E52-99E7-657B56D8F760}">
      <dgm:prSet/>
      <dgm:spPr/>
      <dgm:t>
        <a:bodyPr/>
        <a:lstStyle/>
        <a:p>
          <a:r>
            <a:rPr lang="de-CH"/>
            <a:t>Das Projekt</a:t>
          </a:r>
          <a:endParaRPr lang="en-US"/>
        </a:p>
      </dgm:t>
    </dgm:pt>
    <dgm:pt modelId="{908D1526-305E-40F6-9779-30863D8A300E}" type="parTrans" cxnId="{8C021712-B520-4FB8-A680-9208BC15D9A6}">
      <dgm:prSet/>
      <dgm:spPr/>
      <dgm:t>
        <a:bodyPr/>
        <a:lstStyle/>
        <a:p>
          <a:endParaRPr lang="en-US"/>
        </a:p>
      </dgm:t>
    </dgm:pt>
    <dgm:pt modelId="{EDEBFAD2-11E9-43AE-BE99-903343D56900}" type="sibTrans" cxnId="{8C021712-B520-4FB8-A680-9208BC15D9A6}">
      <dgm:prSet/>
      <dgm:spPr/>
      <dgm:t>
        <a:bodyPr/>
        <a:lstStyle/>
        <a:p>
          <a:endParaRPr lang="en-US"/>
        </a:p>
      </dgm:t>
    </dgm:pt>
    <dgm:pt modelId="{617C08E3-D070-444F-930F-EBAC0DAC7581}">
      <dgm:prSet/>
      <dgm:spPr/>
      <dgm:t>
        <a:bodyPr/>
        <a:lstStyle/>
        <a:p>
          <a:r>
            <a:rPr lang="de-CH"/>
            <a:t>Produkt</a:t>
          </a:r>
          <a:endParaRPr lang="en-US"/>
        </a:p>
      </dgm:t>
    </dgm:pt>
    <dgm:pt modelId="{5A4881B4-947A-4BD2-B933-4C7DB176A3DF}" type="parTrans" cxnId="{7220506E-EBD8-4B44-BDF5-C85F92A2195E}">
      <dgm:prSet/>
      <dgm:spPr/>
      <dgm:t>
        <a:bodyPr/>
        <a:lstStyle/>
        <a:p>
          <a:endParaRPr lang="en-US"/>
        </a:p>
      </dgm:t>
    </dgm:pt>
    <dgm:pt modelId="{0703D6EB-75BB-4EEC-B6F8-E6CDF6CFA009}" type="sibTrans" cxnId="{7220506E-EBD8-4B44-BDF5-C85F92A2195E}">
      <dgm:prSet/>
      <dgm:spPr/>
      <dgm:t>
        <a:bodyPr/>
        <a:lstStyle/>
        <a:p>
          <a:endParaRPr lang="en-US"/>
        </a:p>
      </dgm:t>
    </dgm:pt>
    <dgm:pt modelId="{272D95CA-1B13-4AEB-861E-9FED919112C8}">
      <dgm:prSet/>
      <dgm:spPr/>
      <dgm:t>
        <a:bodyPr/>
        <a:lstStyle/>
        <a:p>
          <a:r>
            <a:rPr lang="de-CH"/>
            <a:t>Herangehensweise</a:t>
          </a:r>
          <a:endParaRPr lang="en-US"/>
        </a:p>
      </dgm:t>
    </dgm:pt>
    <dgm:pt modelId="{FE4DE427-0357-49B4-A12B-19F609E36CB4}" type="parTrans" cxnId="{75CAA030-25BA-40F6-8557-8B05BAA648FD}">
      <dgm:prSet/>
      <dgm:spPr/>
      <dgm:t>
        <a:bodyPr/>
        <a:lstStyle/>
        <a:p>
          <a:endParaRPr lang="en-US"/>
        </a:p>
      </dgm:t>
    </dgm:pt>
    <dgm:pt modelId="{63F71EEC-7B2F-4092-8C94-A7B74C81B0B6}" type="sibTrans" cxnId="{75CAA030-25BA-40F6-8557-8B05BAA648FD}">
      <dgm:prSet/>
      <dgm:spPr/>
      <dgm:t>
        <a:bodyPr/>
        <a:lstStyle/>
        <a:p>
          <a:endParaRPr lang="en-US"/>
        </a:p>
      </dgm:t>
    </dgm:pt>
    <dgm:pt modelId="{788DB37D-C91D-49EB-8952-E485C570E91A}">
      <dgm:prSet/>
      <dgm:spPr/>
      <dgm:t>
        <a:bodyPr/>
        <a:lstStyle/>
        <a:p>
          <a:r>
            <a:rPr lang="de-CH"/>
            <a:t>Herausforderungen</a:t>
          </a:r>
          <a:endParaRPr lang="en-US"/>
        </a:p>
      </dgm:t>
    </dgm:pt>
    <dgm:pt modelId="{5DAE3A10-3677-4535-81D7-87D1EAE0EB74}" type="parTrans" cxnId="{EF3C8BD0-B723-4FB8-8303-FBAAAE52B910}">
      <dgm:prSet/>
      <dgm:spPr/>
      <dgm:t>
        <a:bodyPr/>
        <a:lstStyle/>
        <a:p>
          <a:endParaRPr lang="en-US"/>
        </a:p>
      </dgm:t>
    </dgm:pt>
    <dgm:pt modelId="{1951943E-0038-4E10-BD7C-1EDCC04B16A0}" type="sibTrans" cxnId="{EF3C8BD0-B723-4FB8-8303-FBAAAE52B910}">
      <dgm:prSet/>
      <dgm:spPr/>
      <dgm:t>
        <a:bodyPr/>
        <a:lstStyle/>
        <a:p>
          <a:endParaRPr lang="en-US"/>
        </a:p>
      </dgm:t>
    </dgm:pt>
    <dgm:pt modelId="{626BEB7E-E907-457C-AA7B-ACE4D2643C5A}" type="pres">
      <dgm:prSet presAssocID="{1528C369-44D6-4BE6-9A3A-4A8608DBA0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D7DAD9-2CA7-4276-A8DF-6CC128F94E15}" type="pres">
      <dgm:prSet presAssocID="{11F79C86-314B-4E52-99E7-657B56D8F760}" presName="hierRoot1" presStyleCnt="0"/>
      <dgm:spPr/>
    </dgm:pt>
    <dgm:pt modelId="{9630F9AA-0008-4804-8F29-CB4C2E81CBC1}" type="pres">
      <dgm:prSet presAssocID="{11F79C86-314B-4E52-99E7-657B56D8F760}" presName="composite" presStyleCnt="0"/>
      <dgm:spPr/>
    </dgm:pt>
    <dgm:pt modelId="{389B28DA-3106-407B-A127-742B15F41E97}" type="pres">
      <dgm:prSet presAssocID="{11F79C86-314B-4E52-99E7-657B56D8F760}" presName="background" presStyleLbl="node0" presStyleIdx="0" presStyleCnt="4"/>
      <dgm:spPr/>
    </dgm:pt>
    <dgm:pt modelId="{11289389-6DEB-4599-B81F-3D1FD3FA3DF1}" type="pres">
      <dgm:prSet presAssocID="{11F79C86-314B-4E52-99E7-657B56D8F760}" presName="text" presStyleLbl="fgAcc0" presStyleIdx="0" presStyleCnt="4">
        <dgm:presLayoutVars>
          <dgm:chPref val="3"/>
        </dgm:presLayoutVars>
      </dgm:prSet>
      <dgm:spPr/>
    </dgm:pt>
    <dgm:pt modelId="{78D2DF56-0BFC-4F6D-AB4F-C3B94193755C}" type="pres">
      <dgm:prSet presAssocID="{11F79C86-314B-4E52-99E7-657B56D8F760}" presName="hierChild2" presStyleCnt="0"/>
      <dgm:spPr/>
    </dgm:pt>
    <dgm:pt modelId="{46D9F92D-E195-43B1-AC69-10233AFECDAD}" type="pres">
      <dgm:prSet presAssocID="{617C08E3-D070-444F-930F-EBAC0DAC7581}" presName="hierRoot1" presStyleCnt="0"/>
      <dgm:spPr/>
    </dgm:pt>
    <dgm:pt modelId="{289E92C9-96F9-437C-BB46-839E1395CAB3}" type="pres">
      <dgm:prSet presAssocID="{617C08E3-D070-444F-930F-EBAC0DAC7581}" presName="composite" presStyleCnt="0"/>
      <dgm:spPr/>
    </dgm:pt>
    <dgm:pt modelId="{B84F92A2-A5E1-408F-A096-A9BF8C064E83}" type="pres">
      <dgm:prSet presAssocID="{617C08E3-D070-444F-930F-EBAC0DAC7581}" presName="background" presStyleLbl="node0" presStyleIdx="1" presStyleCnt="4"/>
      <dgm:spPr/>
    </dgm:pt>
    <dgm:pt modelId="{8AD53D65-22E6-47A4-9B65-9840F1DB434B}" type="pres">
      <dgm:prSet presAssocID="{617C08E3-D070-444F-930F-EBAC0DAC7581}" presName="text" presStyleLbl="fgAcc0" presStyleIdx="1" presStyleCnt="4">
        <dgm:presLayoutVars>
          <dgm:chPref val="3"/>
        </dgm:presLayoutVars>
      </dgm:prSet>
      <dgm:spPr/>
    </dgm:pt>
    <dgm:pt modelId="{CD8BA619-1DC7-4583-8A6C-388C2AB275E7}" type="pres">
      <dgm:prSet presAssocID="{617C08E3-D070-444F-930F-EBAC0DAC7581}" presName="hierChild2" presStyleCnt="0"/>
      <dgm:spPr/>
    </dgm:pt>
    <dgm:pt modelId="{8DB4C624-0A0E-462A-A98D-BA2122220BDD}" type="pres">
      <dgm:prSet presAssocID="{272D95CA-1B13-4AEB-861E-9FED919112C8}" presName="hierRoot1" presStyleCnt="0"/>
      <dgm:spPr/>
    </dgm:pt>
    <dgm:pt modelId="{9CCF5FA3-C6E2-44C5-895D-764785296366}" type="pres">
      <dgm:prSet presAssocID="{272D95CA-1B13-4AEB-861E-9FED919112C8}" presName="composite" presStyleCnt="0"/>
      <dgm:spPr/>
    </dgm:pt>
    <dgm:pt modelId="{6CE5B004-EDF3-40EB-AFD4-E97D77B518CD}" type="pres">
      <dgm:prSet presAssocID="{272D95CA-1B13-4AEB-861E-9FED919112C8}" presName="background" presStyleLbl="node0" presStyleIdx="2" presStyleCnt="4"/>
      <dgm:spPr/>
    </dgm:pt>
    <dgm:pt modelId="{FA112FF1-0334-4621-8E71-F56291530D1A}" type="pres">
      <dgm:prSet presAssocID="{272D95CA-1B13-4AEB-861E-9FED919112C8}" presName="text" presStyleLbl="fgAcc0" presStyleIdx="2" presStyleCnt="4">
        <dgm:presLayoutVars>
          <dgm:chPref val="3"/>
        </dgm:presLayoutVars>
      </dgm:prSet>
      <dgm:spPr/>
    </dgm:pt>
    <dgm:pt modelId="{0B73FB23-E67A-4E56-A6F4-E616B872D0C1}" type="pres">
      <dgm:prSet presAssocID="{272D95CA-1B13-4AEB-861E-9FED919112C8}" presName="hierChild2" presStyleCnt="0"/>
      <dgm:spPr/>
    </dgm:pt>
    <dgm:pt modelId="{C38D1E99-8956-4CED-B15D-0F75145E37C4}" type="pres">
      <dgm:prSet presAssocID="{788DB37D-C91D-49EB-8952-E485C570E91A}" presName="hierRoot1" presStyleCnt="0"/>
      <dgm:spPr/>
    </dgm:pt>
    <dgm:pt modelId="{EADA2BAF-7CA7-4E8C-8F15-BB3318EB46C3}" type="pres">
      <dgm:prSet presAssocID="{788DB37D-C91D-49EB-8952-E485C570E91A}" presName="composite" presStyleCnt="0"/>
      <dgm:spPr/>
    </dgm:pt>
    <dgm:pt modelId="{AF12755E-B9C2-4948-983B-1C2322DD08F1}" type="pres">
      <dgm:prSet presAssocID="{788DB37D-C91D-49EB-8952-E485C570E91A}" presName="background" presStyleLbl="node0" presStyleIdx="3" presStyleCnt="4"/>
      <dgm:spPr/>
    </dgm:pt>
    <dgm:pt modelId="{1AA9CB32-B361-4789-B5D3-3AE310257CA9}" type="pres">
      <dgm:prSet presAssocID="{788DB37D-C91D-49EB-8952-E485C570E91A}" presName="text" presStyleLbl="fgAcc0" presStyleIdx="3" presStyleCnt="4">
        <dgm:presLayoutVars>
          <dgm:chPref val="3"/>
        </dgm:presLayoutVars>
      </dgm:prSet>
      <dgm:spPr/>
    </dgm:pt>
    <dgm:pt modelId="{C0589F3B-E78E-4891-82F5-2A72FC43EC3A}" type="pres">
      <dgm:prSet presAssocID="{788DB37D-C91D-49EB-8952-E485C570E91A}" presName="hierChild2" presStyleCnt="0"/>
      <dgm:spPr/>
    </dgm:pt>
  </dgm:ptLst>
  <dgm:cxnLst>
    <dgm:cxn modelId="{8C021712-B520-4FB8-A680-9208BC15D9A6}" srcId="{1528C369-44D6-4BE6-9A3A-4A8608DBA0E0}" destId="{11F79C86-314B-4E52-99E7-657B56D8F760}" srcOrd="0" destOrd="0" parTransId="{908D1526-305E-40F6-9779-30863D8A300E}" sibTransId="{EDEBFAD2-11E9-43AE-BE99-903343D56900}"/>
    <dgm:cxn modelId="{6871CE1D-2B7B-4EF1-8F2E-EC6888EF7B90}" type="presOf" srcId="{788DB37D-C91D-49EB-8952-E485C570E91A}" destId="{1AA9CB32-B361-4789-B5D3-3AE310257CA9}" srcOrd="0" destOrd="0" presId="urn:microsoft.com/office/officeart/2005/8/layout/hierarchy1"/>
    <dgm:cxn modelId="{C7741A28-27A7-49DB-ABD6-DABAE9B1C829}" type="presOf" srcId="{11F79C86-314B-4E52-99E7-657B56D8F760}" destId="{11289389-6DEB-4599-B81F-3D1FD3FA3DF1}" srcOrd="0" destOrd="0" presId="urn:microsoft.com/office/officeart/2005/8/layout/hierarchy1"/>
    <dgm:cxn modelId="{A3F5392A-67DC-48E2-960A-8FDE9A3CF59A}" type="presOf" srcId="{617C08E3-D070-444F-930F-EBAC0DAC7581}" destId="{8AD53D65-22E6-47A4-9B65-9840F1DB434B}" srcOrd="0" destOrd="0" presId="urn:microsoft.com/office/officeart/2005/8/layout/hierarchy1"/>
    <dgm:cxn modelId="{75CAA030-25BA-40F6-8557-8B05BAA648FD}" srcId="{1528C369-44D6-4BE6-9A3A-4A8608DBA0E0}" destId="{272D95CA-1B13-4AEB-861E-9FED919112C8}" srcOrd="2" destOrd="0" parTransId="{FE4DE427-0357-49B4-A12B-19F609E36CB4}" sibTransId="{63F71EEC-7B2F-4092-8C94-A7B74C81B0B6}"/>
    <dgm:cxn modelId="{7220506E-EBD8-4B44-BDF5-C85F92A2195E}" srcId="{1528C369-44D6-4BE6-9A3A-4A8608DBA0E0}" destId="{617C08E3-D070-444F-930F-EBAC0DAC7581}" srcOrd="1" destOrd="0" parTransId="{5A4881B4-947A-4BD2-B933-4C7DB176A3DF}" sibTransId="{0703D6EB-75BB-4EEC-B6F8-E6CDF6CFA009}"/>
    <dgm:cxn modelId="{76C76193-BAA6-413A-9864-86337D107125}" type="presOf" srcId="{1528C369-44D6-4BE6-9A3A-4A8608DBA0E0}" destId="{626BEB7E-E907-457C-AA7B-ACE4D2643C5A}" srcOrd="0" destOrd="0" presId="urn:microsoft.com/office/officeart/2005/8/layout/hierarchy1"/>
    <dgm:cxn modelId="{774200BF-8779-4742-B842-FA078D427102}" type="presOf" srcId="{272D95CA-1B13-4AEB-861E-9FED919112C8}" destId="{FA112FF1-0334-4621-8E71-F56291530D1A}" srcOrd="0" destOrd="0" presId="urn:microsoft.com/office/officeart/2005/8/layout/hierarchy1"/>
    <dgm:cxn modelId="{EF3C8BD0-B723-4FB8-8303-FBAAAE52B910}" srcId="{1528C369-44D6-4BE6-9A3A-4A8608DBA0E0}" destId="{788DB37D-C91D-49EB-8952-E485C570E91A}" srcOrd="3" destOrd="0" parTransId="{5DAE3A10-3677-4535-81D7-87D1EAE0EB74}" sibTransId="{1951943E-0038-4E10-BD7C-1EDCC04B16A0}"/>
    <dgm:cxn modelId="{94030068-16A2-4729-8181-2E790F03F5BB}" type="presParOf" srcId="{626BEB7E-E907-457C-AA7B-ACE4D2643C5A}" destId="{9DD7DAD9-2CA7-4276-A8DF-6CC128F94E15}" srcOrd="0" destOrd="0" presId="urn:microsoft.com/office/officeart/2005/8/layout/hierarchy1"/>
    <dgm:cxn modelId="{CB9DB440-0DCF-4250-9F3F-7D3672B17898}" type="presParOf" srcId="{9DD7DAD9-2CA7-4276-A8DF-6CC128F94E15}" destId="{9630F9AA-0008-4804-8F29-CB4C2E81CBC1}" srcOrd="0" destOrd="0" presId="urn:microsoft.com/office/officeart/2005/8/layout/hierarchy1"/>
    <dgm:cxn modelId="{711EACD6-7224-4ABF-AD13-08E1959E419F}" type="presParOf" srcId="{9630F9AA-0008-4804-8F29-CB4C2E81CBC1}" destId="{389B28DA-3106-407B-A127-742B15F41E97}" srcOrd="0" destOrd="0" presId="urn:microsoft.com/office/officeart/2005/8/layout/hierarchy1"/>
    <dgm:cxn modelId="{213C8740-A36B-4713-89E2-C8C0F6FD9EFA}" type="presParOf" srcId="{9630F9AA-0008-4804-8F29-CB4C2E81CBC1}" destId="{11289389-6DEB-4599-B81F-3D1FD3FA3DF1}" srcOrd="1" destOrd="0" presId="urn:microsoft.com/office/officeart/2005/8/layout/hierarchy1"/>
    <dgm:cxn modelId="{43AFEFBC-8D0A-465C-96B0-900D3EA0DD3C}" type="presParOf" srcId="{9DD7DAD9-2CA7-4276-A8DF-6CC128F94E15}" destId="{78D2DF56-0BFC-4F6D-AB4F-C3B94193755C}" srcOrd="1" destOrd="0" presId="urn:microsoft.com/office/officeart/2005/8/layout/hierarchy1"/>
    <dgm:cxn modelId="{15CE9DEC-6C5E-4F3C-908B-99D58748E004}" type="presParOf" srcId="{626BEB7E-E907-457C-AA7B-ACE4D2643C5A}" destId="{46D9F92D-E195-43B1-AC69-10233AFECDAD}" srcOrd="1" destOrd="0" presId="urn:microsoft.com/office/officeart/2005/8/layout/hierarchy1"/>
    <dgm:cxn modelId="{CD1EBDED-763B-4A1E-B414-7DB9DF669D8B}" type="presParOf" srcId="{46D9F92D-E195-43B1-AC69-10233AFECDAD}" destId="{289E92C9-96F9-437C-BB46-839E1395CAB3}" srcOrd="0" destOrd="0" presId="urn:microsoft.com/office/officeart/2005/8/layout/hierarchy1"/>
    <dgm:cxn modelId="{05876A65-2645-416E-9FB6-418F4095F3C8}" type="presParOf" srcId="{289E92C9-96F9-437C-BB46-839E1395CAB3}" destId="{B84F92A2-A5E1-408F-A096-A9BF8C064E83}" srcOrd="0" destOrd="0" presId="urn:microsoft.com/office/officeart/2005/8/layout/hierarchy1"/>
    <dgm:cxn modelId="{1873CC21-534D-4B06-B56E-BF771AB323BC}" type="presParOf" srcId="{289E92C9-96F9-437C-BB46-839E1395CAB3}" destId="{8AD53D65-22E6-47A4-9B65-9840F1DB434B}" srcOrd="1" destOrd="0" presId="urn:microsoft.com/office/officeart/2005/8/layout/hierarchy1"/>
    <dgm:cxn modelId="{9D8FE8BB-5D54-4198-9BA5-EC139F60520B}" type="presParOf" srcId="{46D9F92D-E195-43B1-AC69-10233AFECDAD}" destId="{CD8BA619-1DC7-4583-8A6C-388C2AB275E7}" srcOrd="1" destOrd="0" presId="urn:microsoft.com/office/officeart/2005/8/layout/hierarchy1"/>
    <dgm:cxn modelId="{EC6F2CCB-C788-4A1C-960F-C54BA0457DAF}" type="presParOf" srcId="{626BEB7E-E907-457C-AA7B-ACE4D2643C5A}" destId="{8DB4C624-0A0E-462A-A98D-BA2122220BDD}" srcOrd="2" destOrd="0" presId="urn:microsoft.com/office/officeart/2005/8/layout/hierarchy1"/>
    <dgm:cxn modelId="{8D1648C1-B071-4E24-BF9F-A4F967300AF4}" type="presParOf" srcId="{8DB4C624-0A0E-462A-A98D-BA2122220BDD}" destId="{9CCF5FA3-C6E2-44C5-895D-764785296366}" srcOrd="0" destOrd="0" presId="urn:microsoft.com/office/officeart/2005/8/layout/hierarchy1"/>
    <dgm:cxn modelId="{84413F4A-98FC-4099-ADEF-F834DE4E4C1D}" type="presParOf" srcId="{9CCF5FA3-C6E2-44C5-895D-764785296366}" destId="{6CE5B004-EDF3-40EB-AFD4-E97D77B518CD}" srcOrd="0" destOrd="0" presId="urn:microsoft.com/office/officeart/2005/8/layout/hierarchy1"/>
    <dgm:cxn modelId="{26D8E76C-6DF6-4060-82B8-D1EB895F922E}" type="presParOf" srcId="{9CCF5FA3-C6E2-44C5-895D-764785296366}" destId="{FA112FF1-0334-4621-8E71-F56291530D1A}" srcOrd="1" destOrd="0" presId="urn:microsoft.com/office/officeart/2005/8/layout/hierarchy1"/>
    <dgm:cxn modelId="{8C5C0AAE-981D-4A0F-AB02-1B3E9297CB80}" type="presParOf" srcId="{8DB4C624-0A0E-462A-A98D-BA2122220BDD}" destId="{0B73FB23-E67A-4E56-A6F4-E616B872D0C1}" srcOrd="1" destOrd="0" presId="urn:microsoft.com/office/officeart/2005/8/layout/hierarchy1"/>
    <dgm:cxn modelId="{4634DE8D-0669-4E8A-9A66-D2536DB99DA3}" type="presParOf" srcId="{626BEB7E-E907-457C-AA7B-ACE4D2643C5A}" destId="{C38D1E99-8956-4CED-B15D-0F75145E37C4}" srcOrd="3" destOrd="0" presId="urn:microsoft.com/office/officeart/2005/8/layout/hierarchy1"/>
    <dgm:cxn modelId="{82DCBC83-823B-476F-B7C3-8FCE624D1B8E}" type="presParOf" srcId="{C38D1E99-8956-4CED-B15D-0F75145E37C4}" destId="{EADA2BAF-7CA7-4E8C-8F15-BB3318EB46C3}" srcOrd="0" destOrd="0" presId="urn:microsoft.com/office/officeart/2005/8/layout/hierarchy1"/>
    <dgm:cxn modelId="{72C5A3D6-1371-4AD7-BDE6-85D2C8B9893D}" type="presParOf" srcId="{EADA2BAF-7CA7-4E8C-8F15-BB3318EB46C3}" destId="{AF12755E-B9C2-4948-983B-1C2322DD08F1}" srcOrd="0" destOrd="0" presId="urn:microsoft.com/office/officeart/2005/8/layout/hierarchy1"/>
    <dgm:cxn modelId="{128705AA-0E92-483F-9BF6-58F114DB09C7}" type="presParOf" srcId="{EADA2BAF-7CA7-4E8C-8F15-BB3318EB46C3}" destId="{1AA9CB32-B361-4789-B5D3-3AE310257CA9}" srcOrd="1" destOrd="0" presId="urn:microsoft.com/office/officeart/2005/8/layout/hierarchy1"/>
    <dgm:cxn modelId="{5B89967A-30F9-4DE9-8F73-CFBB1ED005F5}" type="presParOf" srcId="{C38D1E99-8956-4CED-B15D-0F75145E37C4}" destId="{C0589F3B-E78E-4891-82F5-2A72FC43EC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B28DA-3106-407B-A127-742B15F41E97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89389-6DEB-4599-B81F-3D1FD3FA3DF1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Das Projekt</a:t>
          </a:r>
          <a:endParaRPr lang="en-US" sz="1900" kern="1200"/>
        </a:p>
      </dsp:txBody>
      <dsp:txXfrm>
        <a:off x="299702" y="1282093"/>
        <a:ext cx="2200851" cy="1366505"/>
      </dsp:txXfrm>
    </dsp:sp>
    <dsp:sp modelId="{B84F92A2-A5E1-408F-A096-A9BF8C064E83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53D65-22E6-47A4-9B65-9840F1DB434B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Produkt</a:t>
          </a:r>
          <a:endParaRPr lang="en-US" sz="1900" kern="1200"/>
        </a:p>
      </dsp:txBody>
      <dsp:txXfrm>
        <a:off x="3093555" y="1282093"/>
        <a:ext cx="2200851" cy="1366505"/>
      </dsp:txXfrm>
    </dsp:sp>
    <dsp:sp modelId="{6CE5B004-EDF3-40EB-AFD4-E97D77B518CD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12FF1-0334-4621-8E71-F56291530D1A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Herangehensweise</a:t>
          </a:r>
          <a:endParaRPr lang="en-US" sz="1900" kern="1200"/>
        </a:p>
      </dsp:txBody>
      <dsp:txXfrm>
        <a:off x="5887408" y="1282093"/>
        <a:ext cx="2200851" cy="1366505"/>
      </dsp:txXfrm>
    </dsp:sp>
    <dsp:sp modelId="{AF12755E-B9C2-4948-983B-1C2322DD08F1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9CB32-B361-4789-B5D3-3AE310257CA9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Herausforderungen</a:t>
          </a:r>
          <a:endParaRPr lang="en-US" sz="19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9BDF1-2193-4C13-9D1A-59D9C7DEF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C40C4A-4962-36D8-7D54-87384B285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9EDA4D-5430-FD7B-5EDB-D8F5CD07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7E7A4A-62AF-AE92-E1BA-950FDCF7A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59E7FC-370D-54DF-6BF7-ACE83600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161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A8E9F-1352-9828-2185-ED43CE16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70C55D-3EB5-9673-ED57-A9D57B9D4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6A40B-CDEB-AAAF-7584-46A3BF14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C4B65F-B1AD-4F58-57AF-DBB9C978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4A8BF7-E217-F785-FA85-D94DA257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51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9E911-E2AD-0873-DDE1-64567CE5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A6C75D-9188-15DC-769E-2E8593F30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CF6464-1608-0DD9-8C8D-2963C0CE8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4C9949-2056-6774-591A-7FEB2B7B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5378A-6B34-351F-54C0-7D3F0792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464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6DFF5-1936-F6D1-C009-1A882CED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634028-3F66-F52C-AA60-F2F79759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5F6B8A-652B-4E80-EA60-781051054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D6B6F0-56D8-3476-0A3F-CE86E375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4764AE-1347-DCB4-DE14-02BE6959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FECBCE-4967-50F9-FC22-2FEE11AF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75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4DA4D-E120-EF4C-95DF-3B9F85DA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F1893E-36F3-114F-AC54-43F5F666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1982EE-210A-213B-AE48-38DC65D3F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100AA5-A46D-B99E-996B-97F54D6DA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EDA2CE-9713-5214-01AC-6BB167BB8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AA5104-4BF8-C3DC-B8ED-FFAB6529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DAAFC4-83D8-E2CD-9B6D-E189DB71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C8C36B9-CED6-AB97-102F-9813052F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9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18DA0-540A-2F76-9FC4-7EE5E167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A571A5-56FA-9E7D-41EF-56CF482D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A2F3FC-CB8B-C819-DF80-A9092D5F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64448B-301F-B8CE-4222-7572A72D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978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699D2F-1CBB-FB9B-318B-59217C1B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45C86E-618D-8870-D28B-215AC8970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F775DD-ED46-4BE4-376F-B8DFC31F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624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8A4D50-A86C-BEBF-B40A-AF61CB5B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DF083-7347-419E-319A-F2B4A4D0E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9805C3-3299-4907-4A26-A03FBB1E4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C6794F-2A75-1E72-6612-2D03B16F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9EF762-A9EA-24B8-8B23-90E0B33E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C289F9-FC28-2B55-B27D-A11C612C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90758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1D4CF-D750-0B82-5749-C2B20CEF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9DC4E6-34E8-4CC6-925A-BE0C9A862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D7BE07-2130-27FF-24FB-D0172DC22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24E82C-2C0F-A89F-CAC5-26FD7EFE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27796F-091D-8C0E-CAFD-1CFEFAB6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4D4427-CC23-92A2-7253-B0C429FF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4289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FD042-5F24-634D-36A1-CBC16CFD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5DCE3C-DD23-05AC-00F6-C49102A3F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195E60-48B0-EE63-305B-5A85BB41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2E1E77-DEE1-1B8A-C33F-14BF1988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857956-DE80-C978-3201-4B615BD0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7023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48300F9-BC37-8592-64F8-F6404CE5A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C4DED6-1646-DD3D-7DA1-EDA0ACFFE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5F52B0-07D9-5ED6-15A0-9758B269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96BD29-9911-A7D1-C844-06B7E62C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DD382D-6FB7-CAC4-AFCE-4B9D6119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643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622D763-1887-FDF3-247A-C8AA4241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220C1D-BD70-A957-2DD0-D28B725CD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C62508-7C86-D4CE-77D9-497C7212E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06C34-4A22-4938-AADD-8EC846606CB8}" type="datetimeFigureOut">
              <a:rPr lang="de-CH" smtClean="0"/>
              <a:t>29.06.2026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EEB6F0-6BD1-B4CB-397B-331966AFC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4A6219-16C6-7E7A-62A4-66D12D17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75823-A85E-4B1F-A4BF-EA83C62FE84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879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Urban Runner Pro">
            <a:extLst>
              <a:ext uri="{FF2B5EF4-FFF2-40B4-BE49-F238E27FC236}">
                <a16:creationId xmlns:a16="http://schemas.microsoft.com/office/drawing/2014/main" id="{C98D03A3-5430-6AFB-AB6B-6DB856CD03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825" b="890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548299D-E820-D0B4-80F5-F2434C179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CH">
                <a:solidFill>
                  <a:srgbClr val="FFFFFF"/>
                </a:solidFill>
              </a:rPr>
              <a:t>StepStyle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6064ED-21C6-4494-8F17-D7D73CB4C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de-CH">
                <a:solidFill>
                  <a:srgbClr val="FFFFFF"/>
                </a:solidFill>
              </a:rPr>
              <a:t>Loris</a:t>
            </a:r>
          </a:p>
        </p:txBody>
      </p:sp>
    </p:spTree>
    <p:extLst>
      <p:ext uri="{BB962C8B-B14F-4D97-AF65-F5344CB8AC3E}">
        <p14:creationId xmlns:p14="http://schemas.microsoft.com/office/powerpoint/2010/main" val="3560321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A54D15-7AB7-D7D8-91A0-B774F4C7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Inhalt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6858CC8-039F-DFC3-5AE7-3164434E8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19717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5399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5D9A9C-D5E6-4222-A35F-F2FDC305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Mein Projekt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7646CB-3F2A-173A-A0D1-3576D9E1A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CH" sz="2000"/>
              <a:t>Anforderungen: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CH" sz="2000"/>
              <a:t>Web Shop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CH" sz="2000"/>
              <a:t>Nur HTML/CSS/JS als Programmiersprachen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CH" sz="2000"/>
              <a:t>Warenkorb Funktion</a:t>
            </a:r>
          </a:p>
        </p:txBody>
      </p:sp>
    </p:spTree>
    <p:extLst>
      <p:ext uri="{BB962C8B-B14F-4D97-AF65-F5344CB8AC3E}">
        <p14:creationId xmlns:p14="http://schemas.microsoft.com/office/powerpoint/2010/main" val="196917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537C01-BA1E-E98D-7170-1797CA6E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Präsentation des Webshops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15825A-8CAE-0FDE-48D6-BAFF4619E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CH" sz="2000"/>
              <a:t>https://lorissuperstar.github.io/m293/index.html</a:t>
            </a:r>
          </a:p>
        </p:txBody>
      </p:sp>
    </p:spTree>
    <p:extLst>
      <p:ext uri="{BB962C8B-B14F-4D97-AF65-F5344CB8AC3E}">
        <p14:creationId xmlns:p14="http://schemas.microsoft.com/office/powerpoint/2010/main" val="250325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DBF8F0-C55C-9874-8FC8-19BC6BE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Herausforderungen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6F144E-92F4-2D85-9E33-620AB8C8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CH" sz="2000"/>
              <a:t>Pages (Mit Ai debugt)</a:t>
            </a:r>
          </a:p>
        </p:txBody>
      </p:sp>
    </p:spTree>
    <p:extLst>
      <p:ext uri="{BB962C8B-B14F-4D97-AF65-F5344CB8AC3E}">
        <p14:creationId xmlns:p14="http://schemas.microsoft.com/office/powerpoint/2010/main" val="51090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Breitbild</PresentationFormat>
  <Paragraphs>16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StepStyle</vt:lpstr>
      <vt:lpstr>Inhalt</vt:lpstr>
      <vt:lpstr>Mein Projekt</vt:lpstr>
      <vt:lpstr>Präsentation des Webshops</vt:lpstr>
      <vt:lpstr>Herausforderungen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Loris Monteleone</dc:creator>
  <cp:lastModifiedBy>Loris Monteleone</cp:lastModifiedBy>
  <cp:revision>11</cp:revision>
  <dcterms:created xsi:type="dcterms:W3CDTF">2026-06-29T13:26:55Z</dcterms:created>
  <dcterms:modified xsi:type="dcterms:W3CDTF">2026-06-29T13:55:31Z</dcterms:modified>
</cp:coreProperties>
</file>