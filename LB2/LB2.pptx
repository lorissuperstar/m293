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A9BDF1-2193-4C13-9D1A-59D9C7DEF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8C40C4A-4962-36D8-7D54-87384B285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9EDA4D-5430-FD7B-5EDB-D8F5CD07F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7E7A4A-62AF-AE92-E1BA-950FDCF7A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59E7FC-370D-54DF-6BF7-ACE83600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7161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8A8E9F-1352-9828-2185-ED43CE160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70C55D-3EB5-9673-ED57-A9D57B9D4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46A40B-CDEB-AAAF-7584-46A3BF143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C4B65F-B1AD-4F58-57AF-DBB9C978E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4A8BF7-E217-F785-FA85-D94DA257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851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9E911-E2AD-0873-DDE1-64567CE50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A6C75D-9188-15DC-769E-2E8593F30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CF6464-1608-0DD9-8C8D-2963C0CE8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4C9949-2056-6774-591A-7FEB2B7B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95378A-6B34-351F-54C0-7D3F0792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24645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6DFF5-1936-F6D1-C009-1A882CEDE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634028-3F66-F52C-AA60-F2F79759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5F6B8A-652B-4E80-EA60-781051054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D6B6F0-56D8-3476-0A3F-CE86E3755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4764AE-1347-DCB4-DE14-02BE6959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FECBCE-4967-50F9-FC22-2FEE11AF5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756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84DA4D-E120-EF4C-95DF-3B9F85DA9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F1893E-36F3-114F-AC54-43F5F6668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1982EE-210A-213B-AE48-38DC65D3F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F100AA5-A46D-B99E-996B-97F54D6DA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EDA2CE-9713-5214-01AC-6BB167BB8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AA5104-4BF8-C3DC-B8ED-FFAB65298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8DAAFC4-83D8-E2CD-9B6D-E189DB71A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C8C36B9-CED6-AB97-102F-9813052F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9391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918DA0-540A-2F76-9FC4-7EE5E1677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A571A5-56FA-9E7D-41EF-56CF482D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A2F3FC-CB8B-C819-DF80-A9092D5F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64448B-301F-B8CE-4222-7572A72DF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0978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C699D2F-1CBB-FB9B-318B-59217C1B8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45C86E-618D-8870-D28B-215AC8970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F775DD-ED46-4BE4-376F-B8DFC31F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6247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8A4D50-A86C-BEBF-B40A-AF61CB5B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4DF083-7347-419E-319A-F2B4A4D0E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39805C3-3299-4907-4A26-A03FBB1E4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C6794F-2A75-1E72-6612-2D03B16FD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9EF762-A9EA-24B8-8B23-90E0B33E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C289F9-FC28-2B55-B27D-A11C612CB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90758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81D4CF-D750-0B82-5749-C2B20CEFA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F9DC4E6-34E8-4CC6-925A-BE0C9A862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D7BE07-2130-27FF-24FB-D0172DC22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324E82C-2C0F-A89F-CAC5-26FD7EFE2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27796F-091D-8C0E-CAFD-1CFEFAB6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4D4427-CC23-92A2-7253-B0C429FF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94289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7FD042-5F24-634D-36A1-CBC16CFD9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5DCE3C-DD23-05AC-00F6-C49102A3F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195E60-48B0-EE63-305B-5A85BB41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2E1E77-DEE1-1B8A-C33F-14BF1988C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857956-DE80-C978-3201-4B615BD0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7023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48300F9-BC37-8592-64F8-F6404CE5AD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C4DED6-1646-DD3D-7DA1-EDA0ACFFE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5F52B0-07D9-5ED6-15A0-9758B269A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96BD29-9911-A7D1-C844-06B7E62C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DD382D-6FB7-CAC4-AFCE-4B9D6119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643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622D763-1887-FDF3-247A-C8AA42410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220C1D-BD70-A957-2DD0-D28B725CD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C62508-7C86-D4CE-77D9-497C7212E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EEB6F0-6BD1-B4CB-397B-331966AFC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4A6219-16C6-7E7A-62A4-66D12D17C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7879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48299D-E820-D0B4-80F5-F2434C179F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 err="1"/>
              <a:t>StepStyle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E6064ED-21C6-4494-8F17-D7D73CB4CD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Loris</a:t>
            </a:r>
          </a:p>
        </p:txBody>
      </p:sp>
    </p:spTree>
    <p:extLst>
      <p:ext uri="{BB962C8B-B14F-4D97-AF65-F5344CB8AC3E}">
        <p14:creationId xmlns:p14="http://schemas.microsoft.com/office/powerpoint/2010/main" val="356032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A54D15-7AB7-D7D8-91A0-B774F4C7B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8223F7-0A02-BEE6-30C8-ABF1ECD75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Das Projekt</a:t>
            </a:r>
          </a:p>
          <a:p>
            <a:r>
              <a:rPr lang="de-CH" dirty="0"/>
              <a:t>Produkt</a:t>
            </a:r>
          </a:p>
          <a:p>
            <a:r>
              <a:rPr lang="de-CH" dirty="0"/>
              <a:t>Herangehensweise</a:t>
            </a:r>
          </a:p>
          <a:p>
            <a:r>
              <a:rPr lang="de-CH" dirty="0"/>
              <a:t>Herausforderungen</a:t>
            </a:r>
          </a:p>
        </p:txBody>
      </p:sp>
    </p:spTree>
    <p:extLst>
      <p:ext uri="{BB962C8B-B14F-4D97-AF65-F5344CB8AC3E}">
        <p14:creationId xmlns:p14="http://schemas.microsoft.com/office/powerpoint/2010/main" val="4025399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5D9A9C-D5E6-4222-A35F-F2FDC3052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Mein Projekt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7646CB-3F2A-173A-A0D1-3576D9E1A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Anforderungen: 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CH" dirty="0"/>
              <a:t>Web Shop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CH" dirty="0"/>
              <a:t>Nur HTML/CSS/JS als Programmiersprachen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CH" dirty="0"/>
              <a:t>Warenkorb </a:t>
            </a:r>
            <a:r>
              <a:rPr lang="de-CH" dirty="0" err="1"/>
              <a:t>funktion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9175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537C01-BA1E-E98D-7170-1797CA6EF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Präsentation des Webshops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15825A-8CAE-0FDE-48D6-BAFF4619E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https://lorissuperstar.github.io/m293/index.html</a:t>
            </a:r>
          </a:p>
        </p:txBody>
      </p:sp>
    </p:spTree>
    <p:extLst>
      <p:ext uri="{BB962C8B-B14F-4D97-AF65-F5344CB8AC3E}">
        <p14:creationId xmlns:p14="http://schemas.microsoft.com/office/powerpoint/2010/main" val="2503250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Breitbild</PresentationFormat>
  <Paragraphs>14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StepStyle</vt:lpstr>
      <vt:lpstr>Inhalt</vt:lpstr>
      <vt:lpstr>Mein Projekt</vt:lpstr>
      <vt:lpstr>Präsentation des Webshops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Loris Monteleone</dc:creator>
  <cp:lastModifiedBy>Loris Monteleone</cp:lastModifiedBy>
  <cp:revision>6</cp:revision>
  <dcterms:created xsi:type="dcterms:W3CDTF">2026-06-29T13:26:55Z</dcterms:created>
  <dcterms:modified xsi:type="dcterms:W3CDTF">2026-06-29T13:30:07Z</dcterms:modified>
</cp:coreProperties>
</file>